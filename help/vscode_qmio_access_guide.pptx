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29.png" ContentType="image/png"/>
  <Override PartName="/ppt/media/image28.png" ContentType="image/png"/>
  <Override PartName="/ppt/media/image27.png" ContentType="image/png"/>
  <Override PartName="/ppt/media/image6.png" ContentType="image/png"/>
  <Override PartName="/ppt/media/image15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415800"/>
            <a:ext cx="9068040" cy="55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AF83C7-E48B-4FA6-9F2D-2C04FF61A0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58360"/>
            <a:ext cx="9068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140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362134-0B17-4231-BB3D-9243A94366C7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4680" cy="38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code.visualstudio.com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https://code.visualstudio.com/docs/setup/linux" TargetMode="External"/><Relationship Id="rId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https://github.com/qia-hackathon-2025/qia-hackathon-2025" TargetMode="External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721440" y="1260000"/>
            <a:ext cx="935640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0-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Connect to guest wifi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invitado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with password: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cafecafe0000#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 Download the proper VSCode installer from: </a:t>
            </a:r>
            <a:r>
              <a:rPr b="0" lang="en-US" sz="1400" strike="noStrike" u="sng">
                <a:solidFill>
                  <a:srgbClr val="0000ee"/>
                </a:solidFill>
                <a:effectLst/>
                <a:uFillTx/>
                <a:latin typeface="Arial"/>
                <a:ea typeface="Microsoft YaHei"/>
                <a:hlinkClick r:id="rId2"/>
              </a:rPr>
              <a:t>https://code.visualstudio.com/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"/>
          <p:cNvSpPr/>
          <p:nvPr/>
        </p:nvSpPr>
        <p:spPr>
          <a:xfrm>
            <a:off x="2250000" y="18144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2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" descr=""/>
          <p:cNvPicPr/>
          <p:nvPr/>
        </p:nvPicPr>
        <p:blipFill>
          <a:blip r:embed="rId4"/>
          <a:stretch/>
        </p:blipFill>
        <p:spPr>
          <a:xfrm>
            <a:off x="2502720" y="2308320"/>
            <a:ext cx="5068800" cy="30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"/>
          <p:cNvSpPr/>
          <p:nvPr/>
        </p:nvSpPr>
        <p:spPr>
          <a:xfrm>
            <a:off x="360000" y="1260000"/>
            <a:ext cx="935640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"/>
          <p:cNvSpPr/>
          <p:nvPr/>
        </p:nvSpPr>
        <p:spPr>
          <a:xfrm>
            <a:off x="2250000" y="18144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7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/>
          <p:nvPr/>
        </p:nvSpPr>
        <p:spPr>
          <a:xfrm>
            <a:off x="711000" y="1260000"/>
            <a:ext cx="2814480" cy="39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Windows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2-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Run the installer (.exe) and accept every default configuration.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"/>
          <p:cNvSpPr/>
          <p:nvPr/>
        </p:nvSpPr>
        <p:spPr>
          <a:xfrm>
            <a:off x="3903840" y="1260000"/>
            <a:ext cx="5833080" cy="39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Linux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2-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 install, run in the terminal (make sure you are in the same directory as the .deb file, just move the file to your home):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Arial"/>
                <a:ea typeface="Liberation Mono;Courier New;DejaVu Sans Mono"/>
              </a:rPr>
              <a:t>sudo apt install ./code_1.105.1-1760482543_amd64.deb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Liberation Mono;Courier New;DejaVu Sans Mono"/>
              </a:rPr>
              <a:t>(the exact version number may change, it should be the name of the .deb you downloaded).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0" name="" descr=""/>
          <p:cNvPicPr/>
          <p:nvPr/>
        </p:nvPicPr>
        <p:blipFill>
          <a:blip r:embed="rId3"/>
          <a:stretch/>
        </p:blipFill>
        <p:spPr>
          <a:xfrm>
            <a:off x="4215240" y="3876840"/>
            <a:ext cx="5347080" cy="340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3588840" y="1307160"/>
            <a:ext cx="6840" cy="4159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360000" y="1260000"/>
            <a:ext cx="935640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"/>
          <p:cNvSpPr/>
          <p:nvPr/>
        </p:nvSpPr>
        <p:spPr>
          <a:xfrm>
            <a:off x="2250000" y="18144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5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711000" y="1260000"/>
            <a:ext cx="2814480" cy="39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Windows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3-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Open VSCode and go to extensions.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"/>
          <p:cNvSpPr/>
          <p:nvPr/>
        </p:nvSpPr>
        <p:spPr>
          <a:xfrm>
            <a:off x="3903840" y="1260000"/>
            <a:ext cx="2982240" cy="16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Linux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3-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To open VSCode type </a:t>
            </a: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Arial"/>
                <a:ea typeface="DejaVu Sans"/>
              </a:rPr>
              <a:t>code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(i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 it asks for a password,  ignore it). Go to extensions.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"/>
          <p:cNvSpPr/>
          <p:nvPr/>
        </p:nvSpPr>
        <p:spPr>
          <a:xfrm>
            <a:off x="3588840" y="1307160"/>
            <a:ext cx="6840" cy="15368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9" name="" descr=""/>
          <p:cNvPicPr/>
          <p:nvPr/>
        </p:nvPicPr>
        <p:blipFill>
          <a:blip r:embed="rId3"/>
          <a:stretch/>
        </p:blipFill>
        <p:spPr>
          <a:xfrm>
            <a:off x="6958080" y="1503360"/>
            <a:ext cx="6853680" cy="83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4"/>
          <a:stretch/>
        </p:blipFill>
        <p:spPr>
          <a:xfrm>
            <a:off x="1705320" y="2917800"/>
            <a:ext cx="6779520" cy="379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"/>
          <p:cNvSpPr/>
          <p:nvPr/>
        </p:nvSpPr>
        <p:spPr>
          <a:xfrm>
            <a:off x="809640" y="161712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4-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Install the official Microsoft extension: Remote-SSH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1123560" y="2341800"/>
            <a:ext cx="7903800" cy="444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/>
          <p:nvPr/>
        </p:nvSpPr>
        <p:spPr>
          <a:xfrm>
            <a:off x="2250000" y="18144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2250000" y="18144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8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"/>
          <p:cNvSpPr/>
          <p:nvPr/>
        </p:nvSpPr>
        <p:spPr>
          <a:xfrm>
            <a:off x="711000" y="2327760"/>
            <a:ext cx="2814480" cy="29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Windows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Press Windows + r, write cmd and press Enter to access the command terminal.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"/>
          <p:cNvSpPr/>
          <p:nvPr/>
        </p:nvSpPr>
        <p:spPr>
          <a:xfrm>
            <a:off x="5721480" y="2327760"/>
            <a:ext cx="2982240" cy="18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Linux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Open terminal.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"/>
          <p:cNvSpPr/>
          <p:nvPr/>
        </p:nvSpPr>
        <p:spPr>
          <a:xfrm>
            <a:off x="4997520" y="2363760"/>
            <a:ext cx="20160" cy="2754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662040" y="1252440"/>
            <a:ext cx="85651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5-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next step is to create a ssh key pair to connect to Qmio. Let’s open the command terminal.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3" name="" descr=""/>
          <p:cNvPicPr/>
          <p:nvPr/>
        </p:nvPicPr>
        <p:blipFill>
          <a:blip r:embed="rId3"/>
          <a:stretch/>
        </p:blipFill>
        <p:spPr>
          <a:xfrm>
            <a:off x="1701360" y="3643560"/>
            <a:ext cx="3039480" cy="159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"/>
          <p:cNvSpPr/>
          <p:nvPr/>
        </p:nvSpPr>
        <p:spPr>
          <a:xfrm>
            <a:off x="360000" y="1260000"/>
            <a:ext cx="935640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"/>
          <p:cNvSpPr/>
          <p:nvPr/>
        </p:nvSpPr>
        <p:spPr>
          <a:xfrm>
            <a:off x="2250000" y="18144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7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/>
          <p:nvPr/>
        </p:nvSpPr>
        <p:spPr>
          <a:xfrm>
            <a:off x="711000" y="1260000"/>
            <a:ext cx="3881160" cy="41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Windows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6-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Type </a:t>
            </a: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111111"/>
                </a:highlight>
                <a:uFillTx/>
                <a:latin typeface="Arial"/>
                <a:ea typeface="Microsoft YaHei"/>
              </a:rPr>
              <a:t>cd ssh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go to the .shh folder.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 case the .ssh folder does not exis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t, create it at: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C:\Users\&lt;your_local_User&gt;\ 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Then you will have to close the terminal and open it again to navigate to the folder.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"/>
          <p:cNvSpPr/>
          <p:nvPr/>
        </p:nvSpPr>
        <p:spPr>
          <a:xfrm>
            <a:off x="5365800" y="1260000"/>
            <a:ext cx="4350600" cy="41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Linux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6-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Type </a:t>
            </a: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111111"/>
                </a:highlight>
                <a:uFillTx/>
                <a:latin typeface="Arial"/>
                <a:ea typeface="Microsoft YaHei"/>
              </a:rPr>
              <a:t>cd /home/&lt;your_user&gt;/.ssh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navigate to the .shh directory.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 case the .ssh folder does not exist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create it at /home/&lt;your_user&gt;/  : </a:t>
            </a: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111111"/>
                </a:highlight>
                <a:uFillTx/>
                <a:latin typeface="Arial"/>
                <a:ea typeface="Microsoft YaHei"/>
              </a:rPr>
              <a:t>mkdir .ssh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"/>
          <p:cNvSpPr/>
          <p:nvPr/>
        </p:nvSpPr>
        <p:spPr>
          <a:xfrm>
            <a:off x="4977360" y="1199880"/>
            <a:ext cx="6840" cy="4159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1" name="" descr=""/>
          <p:cNvPicPr/>
          <p:nvPr/>
        </p:nvPicPr>
        <p:blipFill>
          <a:blip r:embed="rId3"/>
          <a:srcRect l="0" t="0" r="46730" b="66320"/>
          <a:stretch/>
        </p:blipFill>
        <p:spPr>
          <a:xfrm>
            <a:off x="1027800" y="2151000"/>
            <a:ext cx="3456720" cy="113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" descr=""/>
          <p:cNvPicPr/>
          <p:nvPr/>
        </p:nvPicPr>
        <p:blipFill>
          <a:blip r:embed="rId4"/>
          <a:stretch/>
        </p:blipFill>
        <p:spPr>
          <a:xfrm>
            <a:off x="5232240" y="2387880"/>
            <a:ext cx="5504400" cy="77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721440" y="1144440"/>
            <a:ext cx="93564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7-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To create the keys, type: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Arial"/>
                <a:ea typeface="Microsoft YaHei"/>
              </a:rPr>
              <a:t>ssh-keygen -t rsa -b 4096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 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"/>
          <p:cNvSpPr/>
          <p:nvPr/>
        </p:nvSpPr>
        <p:spPr>
          <a:xfrm>
            <a:off x="721440" y="2192400"/>
            <a:ext cx="9356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You will be asked to write the </a:t>
            </a:r>
            <a:r>
              <a:rPr b="0" lang="en-U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name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of a file in which they key will be written. Write: </a:t>
            </a:r>
            <a:r>
              <a:rPr b="0" lang="en-US" sz="16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Arial"/>
                <a:ea typeface="Microsoft YaHei"/>
              </a:rPr>
              <a:t>key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You will also be asked to write a </a:t>
            </a:r>
            <a:r>
              <a:rPr b="0" lang="es-E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password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for the key file but it’s optional, just press Enter to skip it. The key files will be created inside .ssh.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166680" y="3570120"/>
            <a:ext cx="6413760" cy="335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/>
          <p:nvPr/>
        </p:nvSpPr>
        <p:spPr>
          <a:xfrm>
            <a:off x="2250000" y="18180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8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4"/>
          <a:stretch/>
        </p:blipFill>
        <p:spPr>
          <a:xfrm>
            <a:off x="4763880" y="3013200"/>
            <a:ext cx="5216760" cy="328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2250000" y="18144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395640" y="3192840"/>
            <a:ext cx="2660400" cy="37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Windows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To create an extensionless file open </a:t>
            </a: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notepad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, write the text and then go to: save file as… Select “all files” and write the name of the file between double quotes : </a:t>
            </a: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“config”</a:t>
            </a: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6244920" y="3186000"/>
            <a:ext cx="3832920" cy="25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Linux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To create an extensionless file type </a:t>
            </a: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111111"/>
                </a:highlight>
                <a:uFillTx/>
                <a:latin typeface="Arial"/>
                <a:ea typeface="Microsoft YaHei"/>
              </a:rPr>
              <a:t>nano config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open the text editor. Write the text above. Press ctrl+x to exit and then y and Enter to save.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"/>
          <p:cNvSpPr/>
          <p:nvPr/>
        </p:nvSpPr>
        <p:spPr>
          <a:xfrm>
            <a:off x="5996880" y="3138480"/>
            <a:ext cx="20160" cy="2754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662040" y="935280"/>
            <a:ext cx="8565120" cy="21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8-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Now, inside the .ssh folder you will have to create an extensionless file called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config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with the following content: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Host Qmio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HostName qmio.cesga.es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User  curso…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IdentityFile C:\Users\&lt;Your_PC_UserName&gt;\.ssh\key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MACs hmac-sha2-512</a:t>
            </a:r>
            <a:r>
              <a:rPr b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7" name="" descr=""/>
          <p:cNvPicPr/>
          <p:nvPr/>
        </p:nvPicPr>
        <p:blipFill>
          <a:blip r:embed="rId3"/>
          <a:srcRect l="0" t="30048" r="67964" b="0"/>
          <a:stretch/>
        </p:blipFill>
        <p:spPr>
          <a:xfrm>
            <a:off x="3139200" y="4588920"/>
            <a:ext cx="2854440" cy="103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4"/>
          <a:stretch/>
        </p:blipFill>
        <p:spPr>
          <a:xfrm>
            <a:off x="7315920" y="2286000"/>
            <a:ext cx="3090600" cy="20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5"/>
          <a:stretch/>
        </p:blipFill>
        <p:spPr>
          <a:xfrm>
            <a:off x="3371760" y="3456720"/>
            <a:ext cx="2622240" cy="82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721440" y="139608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9-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Now everything is ready for the connection, open VSCode and click Connect to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1789920" y="2229120"/>
            <a:ext cx="6496920" cy="365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4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"/>
          <p:cNvSpPr/>
          <p:nvPr/>
        </p:nvSpPr>
        <p:spPr>
          <a:xfrm>
            <a:off x="809280" y="1440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10-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Click in Connect to Host.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1310760" y="2166480"/>
            <a:ext cx="7454880" cy="232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2" name=""/>
          <p:cNvSpPr/>
          <p:nvPr/>
        </p:nvSpPr>
        <p:spPr>
          <a:xfrm>
            <a:off x="721440" y="1440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11-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Select Qmio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3" name="" descr=""/>
          <p:cNvPicPr/>
          <p:nvPr/>
        </p:nvPicPr>
        <p:blipFill>
          <a:blip r:embed="rId2"/>
          <a:stretch/>
        </p:blipFill>
        <p:spPr>
          <a:xfrm>
            <a:off x="1080000" y="2082600"/>
            <a:ext cx="7962120" cy="79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721440" y="3168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12-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Select Linux and then </a:t>
            </a:r>
            <a:r>
              <a:rPr b="0" lang="es-ES" sz="1600" strike="noStrike" u="sng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write your Qmio password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in the box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5" name="" descr=""/>
          <p:cNvPicPr/>
          <p:nvPr/>
        </p:nvPicPr>
        <p:blipFill>
          <a:blip r:embed="rId3"/>
          <a:stretch/>
        </p:blipFill>
        <p:spPr>
          <a:xfrm>
            <a:off x="1080000" y="3781080"/>
            <a:ext cx="7916400" cy="115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4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9" name=""/>
          <p:cNvSpPr/>
          <p:nvPr/>
        </p:nvSpPr>
        <p:spPr>
          <a:xfrm>
            <a:off x="721440" y="1440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13-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To open the Qmio terminal, click in this icon: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1828800" y="1980000"/>
            <a:ext cx="6211080" cy="350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4" name=""/>
          <p:cNvSpPr/>
          <p:nvPr/>
        </p:nvSpPr>
        <p:spPr>
          <a:xfrm>
            <a:off x="668520" y="1440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14-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Once connected, type </a:t>
            </a: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111111"/>
                </a:highlight>
                <a:uFillTx/>
                <a:latin typeface="Arial"/>
                <a:ea typeface="Microsoft YaHei"/>
              </a:rPr>
              <a:t>qia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to activate the programming environment.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"/>
          <p:cNvSpPr/>
          <p:nvPr/>
        </p:nvSpPr>
        <p:spPr>
          <a:xfrm>
            <a:off x="661320" y="318744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15-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Move to the $Q_SWAP folder type </a:t>
            </a:r>
            <a:r>
              <a:rPr b="0" lang="es-ES" sz="16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Arial"/>
                <a:ea typeface="Microsoft YaHei"/>
              </a:rPr>
              <a:t>cd $Q_SWAP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(it must be the working directory).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6" name="" descr=""/>
          <p:cNvPicPr/>
          <p:nvPr/>
        </p:nvPicPr>
        <p:blipFill>
          <a:blip r:embed="rId2"/>
          <a:srcRect l="0" t="0" r="58146" b="0"/>
          <a:stretch/>
        </p:blipFill>
        <p:spPr>
          <a:xfrm>
            <a:off x="1110240" y="3889080"/>
            <a:ext cx="6003720" cy="109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4"/>
          <a:srcRect l="0" t="0" r="59768" b="0"/>
          <a:stretch/>
        </p:blipFill>
        <p:spPr>
          <a:xfrm>
            <a:off x="1123200" y="1918800"/>
            <a:ext cx="5964120" cy="105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1" name=""/>
          <p:cNvSpPr/>
          <p:nvPr/>
        </p:nvSpPr>
        <p:spPr>
          <a:xfrm>
            <a:off x="668520" y="1440000"/>
            <a:ext cx="9356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>
            <a:off x="661320" y="3187440"/>
            <a:ext cx="9356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3"/>
          <a:stretch/>
        </p:blipFill>
        <p:spPr>
          <a:xfrm>
            <a:off x="1440000" y="1934640"/>
            <a:ext cx="6857280" cy="130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668520" y="1440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16-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Now click on these icons 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4"/>
          <a:stretch/>
        </p:blipFill>
        <p:spPr>
          <a:xfrm>
            <a:off x="1431720" y="3780000"/>
            <a:ext cx="6847920" cy="131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9" name=""/>
          <p:cNvSpPr/>
          <p:nvPr/>
        </p:nvSpPr>
        <p:spPr>
          <a:xfrm>
            <a:off x="668520" y="1440000"/>
            <a:ext cx="935640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661320" y="3187440"/>
            <a:ext cx="9356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720000" y="1800000"/>
            <a:ext cx="8077680" cy="36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668520" y="1296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17_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Type pwd in the terminal and copy the path on the search bar above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6" name=""/>
          <p:cNvSpPr/>
          <p:nvPr/>
        </p:nvSpPr>
        <p:spPr>
          <a:xfrm>
            <a:off x="668520" y="1440000"/>
            <a:ext cx="935640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661320" y="3187440"/>
            <a:ext cx="9356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"/>
          <p:cNvSpPr/>
          <p:nvPr/>
        </p:nvSpPr>
        <p:spPr>
          <a:xfrm>
            <a:off x="668520" y="1296000"/>
            <a:ext cx="9356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18_ </a:t>
            </a: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Finally you will see the next screen and everything is ready!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3"/>
          <a:stretch/>
        </p:blipFill>
        <p:spPr>
          <a:xfrm>
            <a:off x="1633320" y="1919520"/>
            <a:ext cx="6646320" cy="348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VS code-QMIO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"/>
          <p:cNvSpPr/>
          <p:nvPr/>
        </p:nvSpPr>
        <p:spPr>
          <a:xfrm>
            <a:off x="668520" y="1440000"/>
            <a:ext cx="9356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 case your linux distribution is different from Debian, you can see the instructions on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next link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4" name=""/>
          <p:cNvSpPr/>
          <p:nvPr/>
        </p:nvSpPr>
        <p:spPr>
          <a:xfrm>
            <a:off x="661320" y="3187440"/>
            <a:ext cx="9356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"/>
          <p:cNvSpPr/>
          <p:nvPr/>
        </p:nvSpPr>
        <p:spPr>
          <a:xfrm>
            <a:off x="1910520" y="2769840"/>
            <a:ext cx="6045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2400" strike="noStrike" u="none">
                <a:solidFill>
                  <a:srgbClr val="0000ee"/>
                </a:solidFill>
                <a:effectLst/>
                <a:uFillTx/>
                <a:latin typeface="Times New Roman"/>
                <a:hlinkClick r:id="rId3"/>
              </a:rPr>
              <a:t>https://code.visualstudio.com/docs/setup/linux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540000" y="1620000"/>
            <a:ext cx="8996400" cy="14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3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"/>
          <p:cNvSpPr/>
          <p:nvPr/>
        </p:nvSpPr>
        <p:spPr>
          <a:xfrm>
            <a:off x="914400" y="3202920"/>
            <a:ext cx="7772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Command for accessing QMIO from the terminal (not needed if using VSCode):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b="0" lang="es-ES" sz="18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Calibri"/>
                <a:ea typeface="DejaVu Sans"/>
              </a:rPr>
              <a:t>ssh -m hmac-sha2-512 cursoXXX@qmio.cesga.es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600000" y="1935000"/>
            <a:ext cx="287964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57200" y="1143000"/>
            <a:ext cx="4937760" cy="55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You can find some examples here: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"/>
          <p:cNvSpPr/>
          <p:nvPr/>
        </p:nvSpPr>
        <p:spPr>
          <a:xfrm>
            <a:off x="2250000" y="182880"/>
            <a:ext cx="5576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Jupyter-QMIO access guide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1080000" y="1510920"/>
            <a:ext cx="8278200" cy="27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If you want to use Jupyter as an alternative way to write your code,  type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8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Calibri"/>
                <a:ea typeface="DejaVu Sans"/>
              </a:rPr>
              <a:t>jupyter notebook --ip=$(hostname -i) --port=8XXX &amp;&gt; opa.out &amp; 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800" strike="noStrike" u="none">
                <a:solidFill>
                  <a:srgbClr val="ffffff"/>
                </a:solidFill>
                <a:effectLst/>
                <a:highlight>
                  <a:srgbClr val="000000"/>
                </a:highlight>
                <a:uFillTx/>
                <a:latin typeface="Calibri"/>
                <a:ea typeface="DejaVu Sans"/>
              </a:rPr>
              <a:t>cat opa.out 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and copy the following url on your internet browser :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3"/>
          <a:stretch/>
        </p:blipFill>
        <p:spPr>
          <a:xfrm>
            <a:off x="685800" y="3429720"/>
            <a:ext cx="9009360" cy="205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914400" y="4344120"/>
            <a:ext cx="7086960" cy="227520"/>
          </a:xfrm>
          <a:prstGeom prst="rect">
            <a:avLst/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Calibri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08000" y="95400"/>
            <a:ext cx="910440" cy="83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2250000" y="182880"/>
            <a:ext cx="557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QIA Hackathon  2025 instructions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2"/>
          <a:stretch/>
        </p:blipFill>
        <p:spPr>
          <a:xfrm>
            <a:off x="8604000" y="396360"/>
            <a:ext cx="1170000" cy="2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Content Placeholder 2"/>
          <p:cNvSpPr/>
          <p:nvPr/>
        </p:nvSpPr>
        <p:spPr>
          <a:xfrm>
            <a:off x="644760" y="1409040"/>
            <a:ext cx="10514880" cy="43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Pick a challenge, a team (or go solo), and get hacking!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All challenges and starting templates can be found at:</a:t>
            </a:r>
            <a:br>
              <a:rPr sz="2200"/>
            </a:br>
            <a:r>
              <a:rPr b="0" lang="en-GB" sz="2200" strike="noStrike" u="sng">
                <a:solidFill>
                  <a:schemeClr val="dk1"/>
                </a:solidFill>
                <a:effectLst/>
                <a:uFillTx/>
                <a:latin typeface="Arial"/>
                <a:hlinkClick r:id="rId3"/>
              </a:rPr>
              <a:t>https://github.com/qia-hackathon-2025/qia-hackathon-2025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Get as much done as you can by 16:30 and present your results 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with a demo, a slide deck.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Share your project in the qia-hackathon-2025 group. Ask one of 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 organisers to create a repository for you.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Join Slack via </a:t>
            </a:r>
            <a:endParaRPr b="0" lang="es-ES" sz="2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Picture 6" descr="A qr code on a white background&#10;&#10;AI-generated content may be incorrect."/>
          <p:cNvPicPr/>
          <p:nvPr/>
        </p:nvPicPr>
        <p:blipFill>
          <a:blip r:embed="rId4"/>
          <a:stretch/>
        </p:blipFill>
        <p:spPr>
          <a:xfrm>
            <a:off x="3096000" y="4140000"/>
            <a:ext cx="1259640" cy="12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Application>Collabora_Office/25.04.4.2$Linux_X86_64 LibreOffice_project/bac909971af4c6e920008f7c0c3d0cf2afeca619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2025-11-18T15:30:17Z</dcterms:created>
  <dc:creator/>
  <dc:description/>
  <dc:language>es-ES</dc:language>
  <cp:lastModifiedBy/>
  <dcterms:modified xsi:type="dcterms:W3CDTF">2025-11-26T15:31:01Z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